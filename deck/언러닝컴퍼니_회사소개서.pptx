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50292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50292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53896" y="429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unlearning.sh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unlearning_company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세상을 바꾸는 일에만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0F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집중하세요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43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일에 몰입할 수 있도록, 언러닝컴퍼니는 AI로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쌓인 낡은 업무 방식부터 함께 바꿉니다.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임팩트 조직이 미션에만 몰입할 수 있도록, 곁에서 일하는 팀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vision &amp; 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&amp; 미션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06040"/>
            <a:ext cx="914400" cy="914400"/>
          </a:xfrm>
          <a:prstGeom prst="ellipse">
            <a:avLst/>
          </a:prstGeom>
          <a:solidFill>
            <a:srgbClr val="0D9F5C"/>
          </a:solidFill>
          <a:ln/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A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4805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자라는</a:t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0" y="2606040"/>
            <a:ext cx="914400" cy="914400"/>
          </a:xfrm>
          <a:prstGeom prst="ellipse">
            <a:avLst/>
          </a:prstGeom>
          <a:solidFill>
            <a:srgbClr val="0D9F5C"/>
          </a:solidFill>
          <a:ln/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665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A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4805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낡은 워크플로우를 파괴하여 파트너 조직이 핵심 가치와 미션에만 온전히 몰입할 수 있도록 돕는다.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philosophy — unlearning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철학 — 비움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F6E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채우기 위해서는 </a:t>
            </a:r>
            <a:pPr algn="l" indent="0" marL="0">
              <a:buNone/>
            </a:pPr>
            <a:r>
              <a:rPr lang="en-US" sz="4000" b="1" dirty="0">
                <a:solidFill>
                  <a:srgbClr val="00F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비워야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조직의 변화는 새로운 기술을 더 많이 배우는 데서 오지 않습니다.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익숙했던 방식을 먼저 내려놓는 일(Unlearning), 거기서 시작합니다.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조직에 맞지 않는 복잡한 기술 대신, 현장에서 바로 쓸 수 있는 도구만 남깁니다.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172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6172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unlearning_company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about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사회문제를 푸는 조직의 현실을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잘 아는 전문가들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24A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화려한 시스템을 팔지 않습니다. 사회문제를 푸는 현장에서 10년 넘게 직접 일했고, 낡은 업무 방식 때문에 정작 중요한 일을 놓쳤던 시간도 보냈습니다. 그 경험이, 지금 우리가 일하는 방식의 바탕이 됐습니다.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938528" cy="502920"/>
          </a:xfrm>
          <a:prstGeom prst="roundRect">
            <a:avLst>
              <a:gd name="adj" fmla="val 49091"/>
            </a:avLst>
          </a:prstGeom>
          <a:solidFill>
            <a:srgbClr val="E7F6EE"/>
          </a:solidFill>
          <a:ln w="12700">
            <a:solidFill>
              <a:srgbClr val="0D9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07492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10년차 현장 경험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07208" y="5074920"/>
            <a:ext cx="2715768" cy="502920"/>
          </a:xfrm>
          <a:prstGeom prst="roundRect">
            <a:avLst>
              <a:gd name="adj" fmla="val 49091"/>
            </a:avLst>
          </a:prstGeom>
          <a:solidFill>
            <a:srgbClr val="E7F6EE"/>
          </a:solidFill>
          <a:ln w="12700">
            <a:solidFill>
              <a:srgbClr val="0D9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07208" y="507492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조직에 맞는 AI 도구 설계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51576" y="5074920"/>
            <a:ext cx="1627632" cy="502920"/>
          </a:xfrm>
          <a:prstGeom prst="roundRect">
            <a:avLst>
              <a:gd name="adj" fmla="val 49091"/>
            </a:avLst>
          </a:prstGeom>
          <a:solidFill>
            <a:srgbClr val="E7F6EE"/>
          </a:solidFill>
          <a:ln w="12700">
            <a:solidFill>
              <a:srgbClr val="0D9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51576" y="50749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자원 매칭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96012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83880" y="12801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9912" y="12801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95944" y="12801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52560" y="1207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field_notes.sh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8288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현장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experience/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10년+ 임팩트 현장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낡은 업무방식 개선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외부 자원 매칭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$MISSION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미션에만 몰입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D65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업무에 집중해야 할 시간이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자꾸 미뤄집니다.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3017520"/>
            <a:ext cx="777240" cy="777240"/>
          </a:xfrm>
          <a:prstGeom prst="ellipse">
            <a:avLst/>
          </a:prstGeom>
          <a:solidFill>
            <a:srgbClr val="D65A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97764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일에</a:t>
            </a: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묶입니다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9204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매달 돌아오는 정산과 보고서에, 정작 중요한 일을 할 시간이 다 쓰입니다.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60604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3017520"/>
            <a:ext cx="777240" cy="777240"/>
          </a:xfrm>
          <a:prstGeom prst="ellipse">
            <a:avLst/>
          </a:prstGeom>
          <a:solidFill>
            <a:srgbClr val="0C89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97764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사람에게만</a:t>
            </a: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쌓이는 노하우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489204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법이 한 사람 머릿속에만 있으면, 그 사람이 떠났을 때 다시 처음으로 돌아갑니다.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260604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0" y="3017520"/>
            <a:ext cx="777240" cy="77724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97764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많아도</a:t>
            </a: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수 없습니다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489204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비싼 시스템을 적용할 예산도, 시스템을 다룰 전문가도 구하기 어렵습니다.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our 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비우는 일에서 시작합니다.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것만 만듭니다.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406640" y="9144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먼저가 아닙니다. 조직에 맞지 않는 방식을 먼저 비우고,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자리에 꼭 필요한 도구만 남깁니다.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926080"/>
            <a:ext cx="256032" cy="256032"/>
          </a:xfrm>
          <a:prstGeom prst="ellipse">
            <a:avLst/>
          </a:prstGeom>
          <a:solidFill>
            <a:srgbClr val="0D9F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64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낡은 업무방식 비우기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85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조직에 맞는 AI 시스템을 함께 만듭니다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926080"/>
            <a:ext cx="256032" cy="256032"/>
          </a:xfrm>
          <a:prstGeom prst="ellipse">
            <a:avLst/>
          </a:prstGeom>
          <a:solidFill>
            <a:srgbClr val="D65A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D65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264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일을 같이 만들기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685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사업을 같이 설계하고, 같이 운영합니다 (AI 교육 · AX 전환 · CSR 운영)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937760"/>
            <a:ext cx="256032" cy="256032"/>
          </a:xfrm>
          <a:prstGeom prst="ellipse">
            <a:avLst/>
          </a:prstGeom>
          <a:solidFill>
            <a:srgbClr val="0C89A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C8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2760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성과 보고까지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696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전체를 자체적으로 운영합니다 (역량강화 · 일자리 교육)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5262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4937760"/>
            <a:ext cx="256032" cy="256032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C5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Edu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2760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배우는 자리를 함께 만들기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5696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 행사로 AI 역량을 함께 키웁니다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일하는 방식이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사회에 만드는 변화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3200400"/>
            <a:ext cx="502920" cy="502920"/>
          </a:xfrm>
          <a:prstGeom prst="ellipse">
            <a:avLst/>
          </a:prstGeom>
          <a:solidFill>
            <a:srgbClr val="0D9F5C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333756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38862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9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617720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24A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조직에 돌려주는 시간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7432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3200400"/>
            <a:ext cx="502920" cy="502920"/>
          </a:xfrm>
          <a:prstGeom prst="ellipse">
            <a:avLst/>
          </a:prstGeom>
          <a:solidFill>
            <a:srgbClr val="D65A26"/>
          </a:solidFill>
          <a:ln/>
        </p:spPr>
      </p:sp>
      <p:sp>
        <p:nvSpPr>
          <p:cNvPr id="11" name="Shape 9"/>
          <p:cNvSpPr/>
          <p:nvPr/>
        </p:nvSpPr>
        <p:spPr>
          <a:xfrm>
            <a:off x="5074920" y="333756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38862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5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4617720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24A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청년이 자라는 자리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27432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23960" y="3200400"/>
            <a:ext cx="502920" cy="50292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333756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23960" y="38862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4617720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24A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수익은 다시 사회로: 수익은 약자를 위한 도구 연구와 청년 교육에 다시 쓰입니다.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core values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02152" cy="3749040"/>
          </a:xfrm>
          <a:prstGeom prst="roundRect">
            <a:avLst>
              <a:gd name="adj" fmla="val 261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06040"/>
            <a:ext cx="868680" cy="868680"/>
          </a:xfrm>
          <a:prstGeom prst="ellipse">
            <a:avLst/>
          </a:prstGeom>
          <a:solidFill>
            <a:srgbClr val="0D9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5760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D9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시스템으로 일합니다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61772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해도 같은 결과가 나오는 구조로 일합니다.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148840"/>
            <a:ext cx="3502152" cy="3749040"/>
          </a:xfrm>
          <a:prstGeom prst="roundRect">
            <a:avLst>
              <a:gd name="adj" fmla="val 261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2606040"/>
            <a:ext cx="868680" cy="868680"/>
          </a:xfrm>
          <a:prstGeom prst="ellipse">
            <a:avLst/>
          </a:prstGeom>
          <a:solidFill>
            <a:srgbClr val="0C89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65760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C89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기술보다 미션이 먼저입니다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461772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수단입니다. 조직의 미션이 언제나 먼저입니다.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2148840"/>
            <a:ext cx="3502152" cy="3749040"/>
          </a:xfrm>
          <a:prstGeom prst="roundRect">
            <a:avLst>
              <a:gd name="adj" fmla="val 261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0" y="2606040"/>
            <a:ext cx="868680" cy="86868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65760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7C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것은 다시 나눕니다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461772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익힌 방법은 교육과 콘텐츠로 다시 나눕니다.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일하는 사람들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53312" y="2048256"/>
            <a:ext cx="2075688" cy="2075688"/>
          </a:xfrm>
          <a:prstGeom prst="ellipse">
            <a:avLst/>
          </a:prstGeom>
          <a:solidFill>
            <a:srgbClr val="E7F6EE"/>
          </a:solidFill>
          <a:ln w="19050">
            <a:solidFill>
              <a:srgbClr val="0D9F5C"/>
            </a:solidFill>
            <a:prstDash val="solid"/>
          </a:ln>
        </p:spPr>
      </p:sp>
      <p:pic>
        <p:nvPicPr>
          <p:cNvPr id="5" name="Image 0" descr="/home/user/unlearning-homepage/assets/team-jungwoo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08176" y="2103120"/>
            <a:ext cx="1965960" cy="196596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23367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박정웅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72744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생태계 연결 &amp; 커뮤니케이션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093208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나은 내일을 위해 모든 관계자 사이를 연결하는 사람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9512" y="2048256"/>
            <a:ext cx="2075688" cy="2075688"/>
          </a:xfrm>
          <a:prstGeom prst="ellipse">
            <a:avLst/>
          </a:prstGeom>
          <a:solidFill>
            <a:srgbClr val="E7F6EE"/>
          </a:solidFill>
          <a:ln w="19050">
            <a:solidFill>
              <a:srgbClr val="0D9F5C"/>
            </a:solidFill>
            <a:prstDash val="solid"/>
          </a:ln>
        </p:spPr>
      </p:sp>
      <p:pic>
        <p:nvPicPr>
          <p:cNvPr id="10" name="Image 1" descr="/home/user/unlearning-homepage/assets/team-hyungh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94376" y="2103120"/>
            <a:ext cx="1965960" cy="1965960"/>
          </a:xfrm>
          <a:prstGeom prst="ellipse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423367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박형호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72744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현장 오퍼레이션 &amp; IT 구축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5093208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임팩트 조직의 막히는 지점을 가장 잘 아는 실무 전문가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125712" y="2048256"/>
            <a:ext cx="2075688" cy="2075688"/>
          </a:xfrm>
          <a:prstGeom prst="ellipse">
            <a:avLst/>
          </a:prstGeom>
          <a:solidFill>
            <a:srgbClr val="E7F6EE"/>
          </a:solidFill>
          <a:ln w="19050">
            <a:solidFill>
              <a:srgbClr val="0D9F5C"/>
            </a:solidFill>
            <a:prstDash val="solid"/>
          </a:ln>
        </p:spPr>
      </p:sp>
      <p:pic>
        <p:nvPicPr>
          <p:cNvPr id="15" name="Image 2" descr="/home/user/unlearning-homepage/assets/team-wangso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0576" y="2103120"/>
            <a:ext cx="1965960" cy="1965960"/>
          </a:xfrm>
          <a:prstGeom prst="ellipse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423367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이왕수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472744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사업 개발 &amp; 조직문화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5093208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미션이 사업으로 자라도록 돕는 사람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50292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50292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53896" y="429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unlearning_company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협력이 필요한 부분이 있다면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부담없이 문의해 주세요.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</a:t>
            </a:r>
            <a:pPr algn="l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hello@un-learning.co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   </a:t>
            </a:r>
            <a:pPr algn="l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unlearning.co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세상을 바꾸는 사람들이 미션에만 몰입할 수 있도록,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낡은 업무방식을 함께 바꿉니다.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2026 unlearning company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언러닝컴퍼니 회사소개서</dc:title>
  <dc:subject>PptxGenJS Presentation</dc:subject>
  <dc:creator>unlearning company</dc:creator>
  <cp:lastModifiedBy>unlearning company</cp:lastModifiedBy>
  <cp:revision>1</cp:revision>
  <dcterms:created xsi:type="dcterms:W3CDTF">2026-08-27T14:47:36Z</dcterms:created>
  <dcterms:modified xsi:type="dcterms:W3CDTF">2026-08-27T14:47:36Z</dcterms:modified>
</cp:coreProperties>
</file>